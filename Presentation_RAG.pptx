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ant_bahekar@outlook.com" userId="c2ec9d4df2816a5c" providerId="LiveId" clId="{A4C7AC43-0B61-4BEC-B42E-6BACE395A1C9}"/>
    <pc:docChg chg="addSld">
      <pc:chgData name="sushant_bahekar@outlook.com" userId="c2ec9d4df2816a5c" providerId="LiveId" clId="{A4C7AC43-0B61-4BEC-B42E-6BACE395A1C9}" dt="2026-07-17T13:48:35.115" v="0" actId="680"/>
      <pc:docMkLst>
        <pc:docMk/>
      </pc:docMkLst>
      <pc:sldChg chg="new">
        <pc:chgData name="sushant_bahekar@outlook.com" userId="c2ec9d4df2816a5c" providerId="LiveId" clId="{A4C7AC43-0B61-4BEC-B42E-6BACE395A1C9}" dt="2026-07-17T13:48:35.115" v="0" actId="680"/>
        <pc:sldMkLst>
          <pc:docMk/>
          <pc:sldMk cId="26257367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185C-5086-383B-0B8E-7D93E0B7A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E06C9-7A95-5291-2E44-33DDA5042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87F8E-9988-8E12-4EC0-D06F4D81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548F-19E4-463F-ABA1-0CC83510661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12E14-DBE0-1BCD-23AE-4DD02B162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027D2-5DBF-392B-62CF-1EE40583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B1BAE-C394-419B-9F48-FB17C50EA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477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8BE7B-0540-B9EC-33D0-7966033E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24C01-8D4D-F784-290B-6F81F4BF5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C25A3-58EB-E49B-2B02-90DF093F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548F-19E4-463F-ABA1-0CC83510661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7287F-A96D-35CB-F30C-0DD39757C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58DBF-DBD4-161F-C143-661F7A9D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B1BAE-C394-419B-9F48-FB17C50EA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382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D8C6-CBCD-0186-0DF1-30CABA29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303FF-0BF0-55C5-3B30-659B3F9AA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E62DA-BA88-2D86-84AC-3FFAED79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548F-19E4-463F-ABA1-0CC83510661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EBA11-50CE-64C1-A00B-E539BB37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36239-4907-935B-4166-D18D5E54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B1BAE-C394-419B-9F48-FB17C50EA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1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5469-48C2-4B36-EB9A-A60921035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38866-B625-D717-DCDE-220675366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8EFA0-828D-81F0-520C-7CBDD176B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54609-64EE-295C-C6DD-A9E139ECC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548F-19E4-463F-ABA1-0CC83510661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38666-EE26-B278-06FA-19E17B1A7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9E40E-A830-B4FC-3400-5A98FE1D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B1BAE-C394-419B-9F48-FB17C50EA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280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D657-7AF4-DF1D-3CD8-816101370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7913D-78DD-5A31-2BA6-6DF163F16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9FED3-E2CA-F4CA-867A-2F33B3112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B2034-BADB-4A1C-B347-FB58CD7CE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A96EF-343B-9A7C-422A-06E0394B2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8BE452-5942-0A29-B8E5-671AF72B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548F-19E4-463F-ABA1-0CC83510661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B37FBF-2086-31A3-5162-AD9F4936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CD859-346A-7110-D0F2-A339CDECC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B1BAE-C394-419B-9F48-FB17C50EA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82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C889C-7D4F-0F26-8AEB-9CC08723A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0E508-C163-B3E3-215A-444E1E77D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548F-19E4-463F-ABA1-0CC83510661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281AB-EEB7-6354-6894-0F732F756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B6EB9-8870-05F4-5062-B2230790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B1BAE-C394-419B-9F48-FB17C50EA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874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EA154-AAC4-0288-150D-CD9833530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548F-19E4-463F-ABA1-0CC83510661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DE8D3-3FBB-052D-66C1-21803FFE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5211E-4E96-B671-3608-B60356D8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B1BAE-C394-419B-9F48-FB17C50EA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970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9B71-FE1B-CCC4-331C-5AE2678E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63624-96BB-4432-D903-FCDD7D019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65D24-A8FC-0775-93F0-9551ACDE2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C8261-474B-70D6-030E-79DC87CC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548F-19E4-463F-ABA1-0CC83510661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45130-FF5C-6D91-3DB1-17C89204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610E8-4EE3-FBF1-4AFE-9D9958E1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B1BAE-C394-419B-9F48-FB17C50EA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46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B543-E8D3-0AC4-F6EB-9B312038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0AA83-3CAB-D712-6031-EC3D149AB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31C0C-8420-789E-6E59-FFDB3707C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274F5-1660-E196-4343-4ECE7658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548F-19E4-463F-ABA1-0CC83510661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AF0F8-E1C4-D8E9-A386-D2E6C5CC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859BC-EC07-A9D8-5369-5A9F3412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B1BAE-C394-419B-9F48-FB17C50EA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505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CEA4-D29E-05F1-8119-5EC73658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A894A-D2A6-9080-37C0-5D0BA5077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9AF9C-7622-DF54-03B6-58184B06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548F-19E4-463F-ABA1-0CC83510661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D17E5-88CE-869F-4308-5E79E5D8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43E5A-E925-5ABC-F2A3-BBDF26F6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B1BAE-C394-419B-9F48-FB17C50EA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448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18BE10-B518-DDF7-977D-2775A8A0B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1D44A-DC7D-E4EC-35E0-0C21D30AA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8B655-9F99-B837-6D0A-D5DBA464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548F-19E4-463F-ABA1-0CC83510661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80BD2-2714-540D-A93E-8C0286FA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1BC48-8FA6-0070-72CD-5FA5DA7D8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B1BAE-C394-419B-9F48-FB17C50EA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80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BC71F1-7DD8-A373-0A05-C4DA6C0FF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44B8B-422C-D1AC-A423-F211B272F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B566B-5BF6-AF0A-45B5-16D2886A8B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6548F-19E4-463F-ABA1-0CC83510661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DB77A-9A0D-B8B2-2E3B-7943A8A03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346BB-7FBD-4499-81E1-E5A0B4217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B1BAE-C394-419B-9F48-FB17C50EA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68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55802-217D-2505-ADA3-EF5FE6AD75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6C731-8644-795E-79A8-9A0129044E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736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sushant_bahekar@outlook.com</dc:creator>
  <cp:lastModifiedBy>sushant_bahekar@outlook.com</cp:lastModifiedBy>
  <cp:revision>1</cp:revision>
  <dcterms:created xsi:type="dcterms:W3CDTF">2026-07-17T13:48:04Z</dcterms:created>
  <dcterms:modified xsi:type="dcterms:W3CDTF">2026-07-17T13:48:45Z</dcterms:modified>
</cp:coreProperties>
</file>